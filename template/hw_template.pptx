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3"/>
    <p:sldMasterId id="2147483652" r:id="rId4"/>
    <p:sldMasterId id="2147483654" r:id="rId5"/>
  </p:sldMasterIdLst>
  <p:notesMasterIdLst>
    <p:notesMasterId r:id="rId10"/>
  </p:notesMasterIdLst>
  <p:handoutMasterIdLst>
    <p:handoutMasterId r:id="rId11"/>
  </p:handoutMasterIdLst>
  <p:sldIdLst>
    <p:sldId id="283" r:id="rId6"/>
    <p:sldId id="282" r:id="rId7"/>
    <p:sldId id="281" r:id="rId8"/>
    <p:sldId id="280" r:id="rId9"/>
  </p:sldIdLst>
  <p:sldSz cx="1219644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72833802-FEF1-4C79-8D5D-14CF1EAF98D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 showGuide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5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  <a:endParaRPr kumimoji="1" lang="zh-CN" altLang="en-US" sz="3635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9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  <a:endParaRPr lang="en-US" sz="494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/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90204" pitchFamily="34" charset="0"/>
          <a:ea typeface="+mn-ea"/>
          <a:cs typeface="Arial" panose="020B060402020209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5" b="0" baseline="0" dirty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Huawei Confidential</a:t>
            </a:r>
            <a:endParaRPr lang="en-US" sz="975" b="0" baseline="0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90204" pitchFamily="34" charset="0"/>
                <a:cs typeface="Arial" panose="020B0604020202090204" pitchFamily="34" charset="0"/>
              </a:rPr>
            </a:fld>
            <a:endParaRPr lang="en-US" sz="975" dirty="0">
              <a:solidFill>
                <a:srgbClr val="1D1D1B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186C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200/16/46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185C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 199/0/11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  <a:endParaRPr kumimoji="1" lang="zh-CN" altLang="en-US" sz="10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234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90/79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120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0/15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  <a:endParaRPr kumimoji="1" lang="zh-CN" altLang="en-US" sz="10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248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181/60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235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92/1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137/137/137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35/24/21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221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221/221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233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140/128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159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0/1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245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220/87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240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133/0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181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181/181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89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87/87</a:t>
                </a:r>
                <a:endParaRPr kumimoji="1" lang="en-US" altLang="zh-CN" sz="700" b="1" dirty="0">
                  <a:solidFill>
                    <a:schemeClr val="tx2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 255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90204" pitchFamily="34" charset="0"/>
                    <a:ea typeface="Arial" panose="020B0604020202090204" pitchFamily="34" charset="0"/>
                    <a:cs typeface="Arial" panose="020B0604020202090204" pitchFamily="34" charset="0"/>
                  </a:rPr>
                  <a:t>255/255</a:t>
                </a:r>
                <a:endParaRPr kumimoji="1" lang="en-US" altLang="zh-CN" sz="700" b="1" dirty="0">
                  <a:solidFill>
                    <a:schemeClr val="bg1"/>
                  </a:solidFill>
                  <a:latin typeface="Arial" panose="020B0604020202090204" pitchFamily="34" charset="0"/>
                  <a:ea typeface="Arial" panose="020B0604020202090204" pitchFamily="34" charset="0"/>
                  <a:cs typeface="Arial" panose="020B0604020202090204" pitchFamily="34" charset="0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may change the information at any time without notice. </a:t>
            </a:r>
            <a:endParaRPr kumimoji="1" lang="en-US" altLang="zh-CN" sz="850" baseline="0" dirty="0">
              <a:solidFill>
                <a:srgbClr val="1D1D1B"/>
              </a:solidFill>
              <a:latin typeface="+mn-lt"/>
              <a:cs typeface="Arial" panose="020B0604020202090204" pitchFamily="34" charset="0"/>
            </a:endParaRP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  <a:endParaRPr kumimoji="1" lang="zh-CN" altLang="en-US" sz="1300" dirty="0">
              <a:solidFill>
                <a:srgbClr val="1D1D1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9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90204" pitchFamily="34" charset="0"/>
          <a:ea typeface="微软雅黑" panose="020B0503020204020204" pitchFamily="34" charset="-122"/>
          <a:cs typeface="Arial" panose="020B060402020209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9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9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部门：</a:t>
            </a:r>
            <a:endParaRPr lang="en-US" altLang="zh-CN" dirty="0"/>
          </a:p>
          <a:p>
            <a:r>
              <a:rPr lang="zh-CN" altLang="en-US" dirty="0"/>
              <a:t>作者：</a:t>
            </a:r>
            <a:endParaRPr lang="en-US" altLang="zh-CN" dirty="0"/>
          </a:p>
          <a:p>
            <a:r>
              <a:rPr lang="zh-CN" altLang="en-US" dirty="0"/>
              <a:t>日期：</a:t>
            </a:r>
            <a:endParaRPr lang="en-US" dirty="0"/>
          </a:p>
        </p:txBody>
      </p:sp>
      <p:sp>
        <p:nvSpPr>
          <p:cNvPr id="4" name="Text Placeholder 3"/>
          <p:cNvSpPr txBox="1"/>
          <p:nvPr/>
        </p:nvSpPr>
        <p:spPr>
          <a:xfrm>
            <a:off x="948808" y="6264112"/>
            <a:ext cx="2606870" cy="1366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1033620" y="1843088"/>
            <a:ext cx="10045712" cy="3013725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0</TotalTime>
  <Words>24</Words>
  <Application>WPS 演示</Application>
  <PresentationFormat>自定义</PresentationFormat>
  <Paragraphs>6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4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汉仪旗黑</vt:lpstr>
      <vt:lpstr>宋体</vt:lpstr>
      <vt:lpstr>Arial Unicode MS</vt:lpstr>
      <vt:lpstr>Calibri</vt:lpstr>
      <vt:lpstr>Helvetica Neue</vt:lpstr>
      <vt:lpstr>等线</vt:lpstr>
      <vt:lpstr>汉仪中等线KW</vt:lpstr>
      <vt:lpstr>黑体</vt:lpstr>
      <vt:lpstr>汉仪中黑KW</vt:lpstr>
      <vt:lpstr>微软雅黑</vt:lpstr>
      <vt:lpstr>汉仪书宋二KW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三人禾</cp:lastModifiedBy>
  <cp:revision>13</cp:revision>
  <dcterms:created xsi:type="dcterms:W3CDTF">2026-03-31T08:55:50Z</dcterms:created>
  <dcterms:modified xsi:type="dcterms:W3CDTF">2026-03-31T08:55:50Z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  <property fmtid="{D5CDD505-2E9C-101B-9397-08002B2CF9AE}" pid="9" name="ICV">
    <vt:lpwstr>ADE5D549F23C5E716A61CA69424CA151_42</vt:lpwstr>
  </property>
  <property fmtid="{D5CDD505-2E9C-101B-9397-08002B2CF9AE}" pid="10" name="KSOProductBuildVer">
    <vt:lpwstr>2052-12.1.25205.25205</vt:lpwstr>
  </property>
</Properties>
</file>