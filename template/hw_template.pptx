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  <p:sldMasterId id="2147483657" r:id="rId5"/>
  </p:sldMasterIdLst>
  <p:notesMasterIdLst>
    <p:notesMasterId r:id="rId10"/>
  </p:notesMasterIdLst>
  <p:handoutMasterIdLst>
    <p:handoutMasterId r:id="rId11"/>
  </p:handoutMasterIdLst>
  <p:sldIdLst>
    <p:sldId id="283" r:id="rId6"/>
    <p:sldId id="282" r:id="rId7"/>
    <p:sldId id="281" r:id="rId8"/>
    <p:sldId id="280" r:id="rId9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2"/>
          </p14:sldIdLst>
        </p14:section>
        <p14:section name="章节页" id="{FD05EE94-C931-8C4B-83A2-004B32AA1207}">
          <p14:sldIdLst>
            <p14:sldId id="281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 showGuides="1">
      <p:cViewPr varScale="1">
        <p:scale>
          <a:sx n="88" d="100"/>
          <a:sy n="88" d="100"/>
        </p:scale>
        <p:origin x="46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234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120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248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235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221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233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159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245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240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181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89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255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9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部门：</a:t>
            </a:r>
            <a:endParaRPr lang="en-US" altLang="zh-CN" dirty="0"/>
          </a:p>
          <a:p>
            <a:r>
              <a:rPr lang="zh-CN" altLang="en-US" dirty="0"/>
              <a:t>作者：</a:t>
            </a:r>
            <a:endParaRPr lang="en-US" altLang="zh-CN" dirty="0"/>
          </a:p>
          <a:p>
            <a:r>
              <a:rPr lang="zh-CN" altLang="en-US" dirty="0"/>
              <a:t>日期：</a:t>
            </a:r>
            <a:endParaRPr lang="en-US" dirty="0"/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045712" cy="3013725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0</TotalTime>
  <Words>24</Words>
  <Application>WPS 演示</Application>
  <PresentationFormat>自定义</PresentationFormat>
  <Paragraphs>6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汉仪书宋二KW</vt:lpstr>
      <vt:lpstr>黑体</vt:lpstr>
      <vt:lpstr>汉仪中黑KW</vt:lpstr>
      <vt:lpstr>宋体</vt:lpstr>
      <vt:lpstr>Arial Unicode MS</vt:lpstr>
      <vt:lpstr>等线</vt:lpstr>
      <vt:lpstr>汉仪中等线KW</vt:lpstr>
      <vt:lpstr>Calibri Light</vt:lpstr>
      <vt:lpstr>微软雅黑</vt:lpstr>
      <vt:lpstr>黑体</vt:lpstr>
      <vt:lpstr>1_Title Slide</vt:lpstr>
      <vt:lpstr>Chart page</vt:lpstr>
      <vt:lpstr>4_Chart page</vt:lpstr>
      <vt:lpstr>End page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三人禾</cp:lastModifiedBy>
  <cp:revision>12</cp:revision>
  <dcterms:created xsi:type="dcterms:W3CDTF">2026-03-30T11:41:30Z</dcterms:created>
  <dcterms:modified xsi:type="dcterms:W3CDTF">2026-03-30T11:41:30Z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ICV">
    <vt:lpwstr>ADE5D549F23C5E716A61CA69424CA151_42</vt:lpwstr>
  </property>
  <property fmtid="{D5CDD505-2E9C-101B-9397-08002B2CF9AE}" pid="10" name="KSOProductBuildVer">
    <vt:lpwstr>2052-12.1.25205.25205</vt:lpwstr>
  </property>
</Properties>
</file>